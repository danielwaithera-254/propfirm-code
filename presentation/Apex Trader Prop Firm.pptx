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16F02-0D47-DD2B-417D-74E61110DC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FC8C18-67F2-4771-ACF4-352C632749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00C943-099D-705F-B10B-410B65933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C1B78-4C4D-41C3-B514-1F3E94F52669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93DF3E-4993-5EE6-D67C-859564E08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A62C99-6D38-208D-E3F0-8EBF92DAC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31975-C484-4697-8AB9-2779021F89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3456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E99EB-A229-8E3F-AAD1-0048503C9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619BC9-64C9-D2E6-709E-E6EEDD3286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27F6CE-C2BB-8E27-E6DA-62F88850A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C1B78-4C4D-41C3-B514-1F3E94F52669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C029FA-258C-062F-8C89-331FC0207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2B60C2-7C3D-6620-252E-082E6FB06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31975-C484-4697-8AB9-2779021F89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2948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4BC18-9203-BCBD-ABE2-A0BADDCC6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256EC4-2CBB-1547-DA69-6E89A2C1DE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15BBB9-91EF-47D5-F6A8-FD4A89F89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C1B78-4C4D-41C3-B514-1F3E94F52669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97331D-03FB-816E-15D4-6DBF6D9BA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880B56-BAC5-0F5C-5614-3781D84AA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31975-C484-4697-8AB9-2779021F89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675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53BCC-884D-5F5F-60DF-55DF2E720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CF08C4-D6B5-F800-32D7-7B48A30BCA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ABDA97-35F1-1ED4-8254-3BB075094D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734D84-96B6-3610-DE8F-75DA7F3F7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C1B78-4C4D-41C3-B514-1F3E94F52669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DDE0F2-29DA-3E6E-F5DF-002AC3F46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03213D-DC26-649F-3CF0-44963493B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31975-C484-4697-8AB9-2779021F89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005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D7E70-2069-D30C-5174-4C5085202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41E6F3-46ED-9B49-FB24-925414BC04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EC389-90C6-8DE8-D2A4-6C0C366B37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C40AB4-C782-56DE-0E65-029F366909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F47FD5-B697-0ACF-75A4-ADC724AF5E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95609C-F0E0-188E-075B-0A3A097B7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C1B78-4C4D-41C3-B514-1F3E94F52669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4674A8-09B5-CC5E-E4ED-7F49B288D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D9CA62-1F16-F9BD-A2BB-37C9902D5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31975-C484-4697-8AB9-2779021F89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368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1F409-03AB-4DFA-043B-834DF2CA0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D04C99-36E2-C688-4722-28C1A1020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C1B78-4C4D-41C3-B514-1F3E94F52669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DBFC8C-ED56-3604-300B-7862B605A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81366F-2D44-4C62-8914-97B5BCB5F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31975-C484-4697-8AB9-2779021F89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30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5749B5-E123-89C1-2261-AB26B34BC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C1B78-4C4D-41C3-B514-1F3E94F52669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1B23E9-C489-0809-33A1-C052A5D85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8D170D-3F5A-4BDF-29E8-B605D678D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31975-C484-4697-8AB9-2779021F89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703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91E34-8492-B0BD-9369-96A5B2511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682B38-A5DA-013D-4A7D-97658D6C7D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EAC8FB-A914-766C-9A2E-065433BDA3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AC250E-A360-AD4C-A544-548080831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C1B78-4C4D-41C3-B514-1F3E94F52669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389BD9-DAF7-4FC4-99C8-1FF160BEC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A42348-6886-1E89-5CA3-F33FD3EA5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31975-C484-4697-8AB9-2779021F89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9729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84E43-77F4-A86D-6816-A38A5BF85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E34688-80BB-AE74-6AFE-6AFA39307C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AF7FCD-9275-4D8F-F0CA-57F640A213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37F2E2-F900-A879-8E57-282B12062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C1B78-4C4D-41C3-B514-1F3E94F52669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453E21-DA80-00E7-C894-D79FECBD4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9A079B-3996-3986-82E3-2D869469D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31975-C484-4697-8AB9-2779021F89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83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BB83E-52E7-23E8-33A7-B90769520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B5E2BE-5602-AAE4-3325-3F3E00E3D2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086551-02F3-2A71-BE21-EF55B37C8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C1B78-4C4D-41C3-B514-1F3E94F52669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2D2230-BD0E-73A8-BCFB-5AC3917BF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539CBA-C12E-1DDD-061B-BF92C1BE2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31975-C484-4697-8AB9-2779021F89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827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636C40-FA61-587B-E0A2-4A33C421B2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824B71-B648-B562-A271-2ABBEB1F7E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FB4981-A0C3-73FE-CB45-31BBDDDD3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C1B78-4C4D-41C3-B514-1F3E94F52669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BC9C15-A61D-8055-9FDA-BEA1BA6A5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8D9AC7-CBCE-1201-1E9D-FFA2B49BA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31975-C484-4697-8AB9-2779021F89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041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9145CB-821F-3D39-DA1B-B4BC5C5D5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6623E8-43D0-6600-831C-086AA3F88A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EFD877-4B0A-6772-F486-7C3B0147F9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2C1B78-4C4D-41C3-B514-1F3E94F52669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C5B406-4E49-5581-1315-FE900FA4F9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DB2E5D-6526-3F84-C57C-C27FE4E456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431975-C484-4697-8AB9-2779021F89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347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00183-1817-4129-309B-29019369CA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Apex Trader Prop Firm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B6F4C1-3140-CB96-8E2D-544EE8803E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BY Daniel Njoroge </a:t>
            </a:r>
            <a:r>
              <a:rPr lang="en-GB" dirty="0" err="1"/>
              <a:t>Waithira</a:t>
            </a:r>
            <a:r>
              <a:rPr lang="en-GB" dirty="0"/>
              <a:t> </a:t>
            </a:r>
          </a:p>
          <a:p>
            <a:r>
              <a:rPr lang="en-GB" dirty="0"/>
              <a:t>SCT212-0067/2025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5271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DDDAC-1DA2-03EF-48B8-C2B99F284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443753"/>
            <a:ext cx="10515600" cy="2272554"/>
          </a:xfrm>
        </p:spPr>
        <p:txBody>
          <a:bodyPr/>
          <a:lstStyle/>
          <a:p>
            <a:r>
              <a:rPr lang="en-US" dirty="0"/>
              <a:t>Project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0B0D40-D73B-24CA-038F-752BE9CE71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2716307"/>
            <a:ext cx="10515600" cy="3373343"/>
          </a:xfrm>
        </p:spPr>
        <p:txBody>
          <a:bodyPr/>
          <a:lstStyle/>
          <a:p>
            <a:r>
              <a:rPr lang="en-GB" dirty="0"/>
              <a:t>The website allows users 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View available </a:t>
            </a:r>
            <a:r>
              <a:rPr lang="en-GB" b="1" dirty="0"/>
              <a:t>trading account challenges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Understand </a:t>
            </a:r>
            <a:r>
              <a:rPr lang="en-GB" b="1" dirty="0"/>
              <a:t>trading rules</a:t>
            </a:r>
            <a:r>
              <a:rPr lang="en-GB" dirty="0"/>
              <a:t> such as drawdown and profit targets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Navigate the site easily on both desktop and mobile devices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13181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DDDAC-1DA2-03EF-48B8-C2B99F284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443753"/>
            <a:ext cx="10515600" cy="2272554"/>
          </a:xfrm>
        </p:spPr>
        <p:txBody>
          <a:bodyPr/>
          <a:lstStyle/>
          <a:p>
            <a:r>
              <a:rPr lang="en-US" dirty="0"/>
              <a:t>Planning and Design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0B0D40-D73B-24CA-038F-752BE9CE71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2716307"/>
            <a:ext cx="10515600" cy="3373343"/>
          </a:xfrm>
        </p:spPr>
        <p:txBody>
          <a:bodyPr>
            <a:normAutofit lnSpcReduction="10000"/>
          </a:bodyPr>
          <a:lstStyle/>
          <a:p>
            <a:r>
              <a:rPr lang="en-GB" dirty="0"/>
              <a:t>During planning, I designed a simple wireframe consisting of: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 homepage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 section displaying trading account packages</a:t>
            </a:r>
          </a:p>
          <a:p>
            <a:r>
              <a:rPr lang="en-GB" dirty="0"/>
              <a:t>The design focuses 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Simplicity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Clear presentation of information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Mobile-friendly layout</a:t>
            </a:r>
          </a:p>
          <a:p>
            <a:r>
              <a:rPr lang="en-GB" dirty="0"/>
              <a:t>This helps users quickly understand the prop firm offerings without confusion.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77910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DDDAC-1DA2-03EF-48B8-C2B99F284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443753"/>
            <a:ext cx="10515600" cy="2272554"/>
          </a:xfrm>
        </p:spPr>
        <p:txBody>
          <a:bodyPr/>
          <a:lstStyle/>
          <a:p>
            <a:r>
              <a:rPr lang="en-US" dirty="0"/>
              <a:t>Development and Features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0B0D40-D73B-24CA-038F-752BE9CE71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2716307"/>
            <a:ext cx="10515600" cy="3373343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The website was developed using: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HTML</a:t>
            </a:r>
            <a:r>
              <a:rPr lang="en-GB" dirty="0"/>
              <a:t> for the structure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CSS</a:t>
            </a:r>
            <a:r>
              <a:rPr lang="en-GB" dirty="0"/>
              <a:t> for styling and responsiveness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JavaScript</a:t>
            </a:r>
            <a:r>
              <a:rPr lang="en-GB" dirty="0"/>
              <a:t> for interactivity</a:t>
            </a:r>
          </a:p>
          <a:p>
            <a:r>
              <a:rPr lang="en-GB" dirty="0"/>
              <a:t>Key features include: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Account challenge cards such as the </a:t>
            </a:r>
            <a:r>
              <a:rPr lang="en-GB" b="1" dirty="0"/>
              <a:t>50k account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Clear display of trading rules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Navigation bar for easy access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JavaScript used to improve user interaction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75237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DDDAC-1DA2-03EF-48B8-C2B99F284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443753"/>
            <a:ext cx="10515600" cy="2272554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Privacy and Ethical Considerations (≈45 seconds)</a:t>
            </a:r>
            <a:br>
              <a:rPr lang="en-GB" b="1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0B0D40-D73B-24CA-038F-752BE9CE71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2716307"/>
            <a:ext cx="10515600" cy="3373343"/>
          </a:xfrm>
        </p:spPr>
        <p:txBody>
          <a:bodyPr/>
          <a:lstStyle/>
          <a:p>
            <a:endParaRPr lang="en-GB" b="1" dirty="0"/>
          </a:p>
          <a:p>
            <a:r>
              <a:rPr lang="en-GB" dirty="0"/>
              <a:t>Privacy was an important part of this project.</a:t>
            </a:r>
          </a:p>
          <a:p>
            <a:r>
              <a:rPr lang="en-GB" dirty="0"/>
              <a:t>In line with </a:t>
            </a:r>
            <a:r>
              <a:rPr lang="en-GB" b="1" dirty="0"/>
              <a:t>Kenya’s Data Protection Act of 2019</a:t>
            </a:r>
            <a:r>
              <a:rPr lang="en-GB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website does not collect unnecessary personal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No sensitive user information is stored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No third-party data sharing is involved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47767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185</Words>
  <Application>Microsoft Office PowerPoint</Application>
  <PresentationFormat>Widescreen</PresentationFormat>
  <Paragraphs>34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Apex Trader Prop Firm</vt:lpstr>
      <vt:lpstr>Project Overview</vt:lpstr>
      <vt:lpstr>Planning and Design</vt:lpstr>
      <vt:lpstr>Development and Features</vt:lpstr>
      <vt:lpstr>Privacy and Ethical Considerations (≈45 seconds)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Apex Trader Prop Firm</dc:title>
  <dc:creator>daniel18yrs@gmail.com</dc:creator>
  <cp:lastModifiedBy>Daniel Waithira</cp:lastModifiedBy>
  <cp:revision>1</cp:revision>
  <dcterms:created xsi:type="dcterms:W3CDTF">2026-02-06T06:17:18Z</dcterms:created>
  <dcterms:modified xsi:type="dcterms:W3CDTF">2026-02-08T10:40:59Z</dcterms:modified>
</cp:coreProperties>
</file>